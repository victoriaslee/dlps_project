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9"/>
  </p:notesMasterIdLst>
  <p:sldIdLst>
    <p:sldId id="2571" r:id="rId3"/>
    <p:sldId id="257" r:id="rId4"/>
    <p:sldId id="258" r:id="rId5"/>
    <p:sldId id="259" r:id="rId6"/>
    <p:sldId id="264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48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0000"/>
  </p:normalViewPr>
  <p:slideViewPr>
    <p:cSldViewPr snapToGrid="0" snapToObjects="1">
      <p:cViewPr varScale="1">
        <p:scale>
          <a:sx n="110" d="100"/>
          <a:sy n="110" d="100"/>
        </p:scale>
        <p:origin x="17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86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79F371-3862-4534-BA58-4E7EFD6CB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556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268DE600-90A7-4B6B-BFFA-EA2C6E807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3">
            <a:extLst>
              <a:ext uri="{FF2B5EF4-FFF2-40B4-BE49-F238E27FC236}">
                <a16:creationId xmlns:a16="http://schemas.microsoft.com/office/drawing/2014/main" id="{EBA27004-3833-43ED-82E9-6895434B8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1" y="1"/>
            <a:ext cx="9144001" cy="5143499"/>
          </a:xfrm>
          <a:prstGeom prst="rect">
            <a:avLst/>
          </a:prstGeom>
          <a:solidFill>
            <a:schemeClr val="tx2">
              <a:alpha val="8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610272-EE8A-4752-A390-42C726F6D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9" t="29483" r="13581" b="28303"/>
          <a:stretch/>
        </p:blipFill>
        <p:spPr>
          <a:xfrm>
            <a:off x="6298808" y="447091"/>
            <a:ext cx="2377440" cy="621421"/>
          </a:xfrm>
          <a:prstGeom prst="rect">
            <a:avLst/>
          </a:prstGeom>
        </p:spPr>
      </p:pic>
      <p:sp>
        <p:nvSpPr>
          <p:cNvPr id="6" name="Course Title">
            <a:extLst>
              <a:ext uri="{FF2B5EF4-FFF2-40B4-BE49-F238E27FC236}">
                <a16:creationId xmlns:a16="http://schemas.microsoft.com/office/drawing/2014/main" id="{A43E8622-AA5C-40CF-A3A0-8B2BF9D75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51" y="2240842"/>
            <a:ext cx="8208498" cy="544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125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add course title</a:t>
            </a:r>
          </a:p>
        </p:txBody>
      </p:sp>
      <p:sp>
        <p:nvSpPr>
          <p:cNvPr id="7" name="Lecture Title">
            <a:extLst>
              <a:ext uri="{FF2B5EF4-FFF2-40B4-BE49-F238E27FC236}">
                <a16:creationId xmlns:a16="http://schemas.microsoft.com/office/drawing/2014/main" id="{DE1C7E4D-69CB-4F79-9436-E0466B26F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750" y="2784966"/>
            <a:ext cx="8219053" cy="3667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lecture title</a:t>
            </a:r>
          </a:p>
        </p:txBody>
      </p:sp>
    </p:spTree>
    <p:extLst>
      <p:ext uri="{BB962C8B-B14F-4D97-AF65-F5344CB8AC3E}">
        <p14:creationId xmlns:p14="http://schemas.microsoft.com/office/powerpoint/2010/main" val="236008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20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r>
              <a:rPr lang="en-US" noProof="0"/>
              <a:t>add title</a:t>
            </a:r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5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33920" y="1390651"/>
            <a:ext cx="8085415" cy="3077573"/>
          </a:xfrm>
          <a:prstGeom prst="rect">
            <a:avLst/>
          </a:prstGeom>
        </p:spPr>
        <p:txBody>
          <a:bodyPr>
            <a:noAutofit/>
          </a:bodyPr>
          <a:lstStyle>
            <a:lvl1pPr marL="230183" indent="-230183">
              <a:spcBef>
                <a:spcPts val="75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1486" indent="-228594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378" indent="-228594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712F24-2ADD-4B4F-B20F-5AF8A064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4805340"/>
            <a:ext cx="1033031" cy="285870"/>
          </a:xfrm>
          <a:prstGeom prst="rect">
            <a:avLst/>
          </a:prstGeom>
        </p:spPr>
      </p:pic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7891462" y="4860170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66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288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 Items and Text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95812EB8-9C15-3D45-A153-203E42E98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107120"/>
            <a:ext cx="8088983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C6571-A67F-444A-A354-24A6AEAAE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6682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Item 1 Text">
            <a:extLst>
              <a:ext uri="{FF2B5EF4-FFF2-40B4-BE49-F238E27FC236}">
                <a16:creationId xmlns:a16="http://schemas.microsoft.com/office/drawing/2014/main" id="{5EF51092-4CA9-4A33-86C8-1C731C02A1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0352" y="1389889"/>
            <a:ext cx="8096622" cy="1523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231770" indent="-231770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899" indent="-230183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378" indent="-228594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Item 2 Text">
            <a:extLst>
              <a:ext uri="{FF2B5EF4-FFF2-40B4-BE49-F238E27FC236}">
                <a16:creationId xmlns:a16="http://schemas.microsoft.com/office/drawing/2014/main" id="{D5E68B19-4B0E-4A5D-9C14-62AA3BD942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0352" y="3058847"/>
            <a:ext cx="8088983" cy="1523999"/>
          </a:xfrm>
          <a:prstGeom prst="rect">
            <a:avLst/>
          </a:prstGeom>
          <a:ln w="6350">
            <a:noFill/>
          </a:ln>
        </p:spPr>
        <p:txBody>
          <a:bodyPr>
            <a:noAutofit/>
          </a:bodyPr>
          <a:lstStyle>
            <a:lvl1pPr marL="231770" indent="-231770" algn="l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9899" marR="0" indent="-230183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92C74"/>
              </a:buClr>
              <a:buSzTx/>
              <a:buFont typeface="Courier New" panose="02070309020205020404" pitchFamily="49" charset="0"/>
              <a:buChar char="o"/>
              <a:tabLst/>
              <a:defRPr sz="1600"/>
            </a:lvl2pPr>
            <a:lvl3pPr marL="914378" indent="-228594">
              <a:buClr>
                <a:srgbClr val="092C74"/>
              </a:buClr>
              <a:buFont typeface="Arial" panose="020B0604020202020204" pitchFamily="34" charset="0"/>
              <a:buChar char="•"/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endParaRPr lang="en-US" dirty="0"/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CF4BC876-D827-4E5E-A572-DF3D59B88245}"/>
              </a:ext>
            </a:extLst>
          </p:cNvPr>
          <p:cNvSpPr txBox="1"/>
          <p:nvPr userDrawn="1"/>
        </p:nvSpPr>
        <p:spPr>
          <a:xfrm>
            <a:off x="7891462" y="4860170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6" name="WSE logo">
            <a:extLst>
              <a:ext uri="{FF2B5EF4-FFF2-40B4-BE49-F238E27FC236}">
                <a16:creationId xmlns:a16="http://schemas.microsoft.com/office/drawing/2014/main" id="{9BB8FB21-BFAB-4131-ADE3-626699BE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5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and Imag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08DC6AAE-017C-4253-840E-AB4D795A3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2235" y="304800"/>
            <a:ext cx="3607289" cy="890244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A6AD7-2136-4D32-B4FA-6F27E804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960" y="1197160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32235" y="1545336"/>
            <a:ext cx="3607289" cy="2926080"/>
          </a:xfrm>
          <a:prstGeom prst="rect">
            <a:avLst/>
          </a:prstGeom>
        </p:spPr>
        <p:txBody>
          <a:bodyPr>
            <a:noAutofit/>
          </a:bodyPr>
          <a:lstStyle>
            <a:lvl1pPr marL="230183" indent="-230183">
              <a:spcBef>
                <a:spcPts val="75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1486" indent="-228594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378" indent="-228594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75B79D34-DFEF-4AC5-AC86-378A247C4C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04478" y="0"/>
            <a:ext cx="3607289" cy="5143500"/>
          </a:xfrm>
          <a:custGeom>
            <a:avLst/>
            <a:gdLst>
              <a:gd name="connsiteX0" fmla="*/ 0 w 3657600"/>
              <a:gd name="connsiteY0" fmla="*/ 0 h 4343400"/>
              <a:gd name="connsiteX1" fmla="*/ 3657600 w 3657600"/>
              <a:gd name="connsiteY1" fmla="*/ 0 h 4343400"/>
              <a:gd name="connsiteX2" fmla="*/ 3657600 w 3657600"/>
              <a:gd name="connsiteY2" fmla="*/ 4343400 h 4343400"/>
              <a:gd name="connsiteX3" fmla="*/ 0 w 36576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4343400">
                <a:moveTo>
                  <a:pt x="0" y="0"/>
                </a:moveTo>
                <a:lnTo>
                  <a:pt x="3657600" y="0"/>
                </a:lnTo>
                <a:lnTo>
                  <a:pt x="3657600" y="4343400"/>
                </a:lnTo>
                <a:lnTo>
                  <a:pt x="0" y="43434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55E0E6A-E25B-428F-BA8C-4A0886B089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71461" y="4860169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pic>
        <p:nvPicPr>
          <p:cNvPr id="9" name="WSE logo">
            <a:extLst>
              <a:ext uri="{FF2B5EF4-FFF2-40B4-BE49-F238E27FC236}">
                <a16:creationId xmlns:a16="http://schemas.microsoft.com/office/drawing/2014/main" id="{D3042606-CA6F-4BC4-80EF-92D44CA31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4805340"/>
            <a:ext cx="1033031" cy="285870"/>
          </a:xfrm>
          <a:prstGeom prst="rect">
            <a:avLst/>
          </a:prstGeom>
        </p:spPr>
      </p:pic>
      <p:sp>
        <p:nvSpPr>
          <p:cNvPr id="12" name="Page Number">
            <a:extLst>
              <a:ext uri="{FF2B5EF4-FFF2-40B4-BE49-F238E27FC236}">
                <a16:creationId xmlns:a16="http://schemas.microsoft.com/office/drawing/2014/main" id="{01F6A14B-EEAE-2542-8809-4C8C18188C92}"/>
              </a:ext>
            </a:extLst>
          </p:cNvPr>
          <p:cNvSpPr txBox="1"/>
          <p:nvPr userDrawn="1"/>
        </p:nvSpPr>
        <p:spPr>
          <a:xfrm>
            <a:off x="7891462" y="4860170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66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053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20"/>
            <a:ext cx="8152880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5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0353" y="1389888"/>
            <a:ext cx="3571875" cy="3134272"/>
          </a:xfrm>
          <a:prstGeom prst="rect">
            <a:avLst/>
          </a:prstGeom>
        </p:spPr>
        <p:txBody>
          <a:bodyPr>
            <a:noAutofit/>
          </a:bodyPr>
          <a:lstStyle>
            <a:lvl1pPr marL="258359" indent="-258359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11" indent="-225419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378" indent="-228594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572000" y="1389889"/>
            <a:ext cx="4114800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7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70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66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CB799A64-7BA6-4F73-8C2E-53459D5C8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20"/>
            <a:ext cx="8152880" cy="857542"/>
          </a:xfrm>
          <a:prstGeom prst="rect">
            <a:avLst/>
          </a:prstGeom>
        </p:spPr>
        <p:txBody>
          <a:bodyPr anchor="b"/>
          <a:lstStyle>
            <a:lvl1pPr>
              <a:defRPr sz="3000" b="1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5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4884B21B-478C-4C01-9996-0F72AC036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auto">
          <a:xfrm>
            <a:off x="522712" y="1389889"/>
            <a:ext cx="3921623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Citation">
            <a:extLst>
              <a:ext uri="{FF2B5EF4-FFF2-40B4-BE49-F238E27FC236}">
                <a16:creationId xmlns:a16="http://schemas.microsoft.com/office/drawing/2014/main" id="{47FB68FD-CDA4-408D-A343-8A86DF16AE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17539" y="4585070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765177" y="1389889"/>
            <a:ext cx="3921623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7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70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66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6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 and Image - Simpl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E64E24-CAF0-4D23-BB2F-41C411BEF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52" y="107119"/>
            <a:ext cx="8164088" cy="858505"/>
          </a:xfrm>
          <a:prstGeom prst="rect">
            <a:avLst/>
          </a:prstGeom>
        </p:spPr>
        <p:txBody>
          <a:bodyPr anchor="b"/>
          <a:lstStyle>
            <a:lvl1pPr>
              <a:defRPr sz="3000" b="1" i="0" u="none">
                <a:solidFill>
                  <a:srgbClr val="092C74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title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002D7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1F650-C42B-4B41-8CC9-AD6289B54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5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ullets">
            <a:extLst>
              <a:ext uri="{FF2B5EF4-FFF2-40B4-BE49-F238E27FC236}">
                <a16:creationId xmlns:a16="http://schemas.microsoft.com/office/drawing/2014/main" id="{943C2D0A-A157-470D-A872-D9191D23B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14926" y="1272248"/>
            <a:ext cx="3571875" cy="3174967"/>
          </a:xfrm>
          <a:prstGeom prst="rect">
            <a:avLst/>
          </a:prstGeom>
        </p:spPr>
        <p:txBody>
          <a:bodyPr>
            <a:noAutofit/>
          </a:bodyPr>
          <a:lstStyle>
            <a:lvl1pPr marL="258359" indent="-258359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68311" indent="-225419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378" indent="-228594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62263A2E-EA98-4267-A448-A9F7B45DA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457200" y="1272249"/>
            <a:ext cx="4114800" cy="3174968"/>
          </a:xfrm>
          <a:custGeom>
            <a:avLst/>
            <a:gdLst>
              <a:gd name="connsiteX0" fmla="*/ 0 w 5340626"/>
              <a:gd name="connsiteY0" fmla="*/ 0 h 3869635"/>
              <a:gd name="connsiteX1" fmla="*/ 5340626 w 5340626"/>
              <a:gd name="connsiteY1" fmla="*/ 0 h 3869635"/>
              <a:gd name="connsiteX2" fmla="*/ 5340626 w 5340626"/>
              <a:gd name="connsiteY2" fmla="*/ 3869635 h 3869635"/>
              <a:gd name="connsiteX3" fmla="*/ 0 w 5340626"/>
              <a:gd name="connsiteY3" fmla="*/ 3869635 h 386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0626" h="3869635">
                <a:moveTo>
                  <a:pt x="0" y="0"/>
                </a:moveTo>
                <a:lnTo>
                  <a:pt x="5340626" y="0"/>
                </a:lnTo>
                <a:lnTo>
                  <a:pt x="5340626" y="3869635"/>
                </a:lnTo>
                <a:lnTo>
                  <a:pt x="0" y="3869635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Citation">
            <a:extLst>
              <a:ext uri="{FF2B5EF4-FFF2-40B4-BE49-F238E27FC236}">
                <a16:creationId xmlns:a16="http://schemas.microsoft.com/office/drawing/2014/main" id="{370BA653-1209-4CAE-B920-460A0AC6A5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60004" y="4566887"/>
            <a:ext cx="1426796" cy="200055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9B9A818F-3D06-4A28-8F25-13339F74D56D}"/>
              </a:ext>
            </a:extLst>
          </p:cNvPr>
          <p:cNvSpPr txBox="1"/>
          <p:nvPr userDrawn="1"/>
        </p:nvSpPr>
        <p:spPr>
          <a:xfrm>
            <a:off x="7891462" y="4860170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WSE logo">
            <a:extLst>
              <a:ext uri="{FF2B5EF4-FFF2-40B4-BE49-F238E27FC236}">
                <a16:creationId xmlns:a16="http://schemas.microsoft.com/office/drawing/2014/main" id="{A4943CF0-0E2F-4708-84F8-44218E3C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3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42DFC6F8-F82A-4114-AF17-42AD3A68F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7254" y="107120"/>
            <a:ext cx="4262080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F9A7C-CFE6-4689-B094-29307EAE2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4840" y="965155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8DA302DD-2F66-408A-AD8F-F13AE0B7E7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7256" y="1343026"/>
            <a:ext cx="4329545" cy="2993001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4661" indent="-231770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378" indent="-228594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BCC896-FFF3-426B-9D11-0F27346676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455556"/>
            <a:ext cx="3849291" cy="3880471"/>
          </a:xfrm>
          <a:custGeom>
            <a:avLst/>
            <a:gdLst>
              <a:gd name="connsiteX0" fmla="*/ 0 w 3644900"/>
              <a:gd name="connsiteY0" fmla="*/ 0 h 5029200"/>
              <a:gd name="connsiteX1" fmla="*/ 3644900 w 3644900"/>
              <a:gd name="connsiteY1" fmla="*/ 0 h 5029200"/>
              <a:gd name="connsiteX2" fmla="*/ 3644900 w 3644900"/>
              <a:gd name="connsiteY2" fmla="*/ 5029200 h 5029200"/>
              <a:gd name="connsiteX3" fmla="*/ 0 w 3644900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4900" h="5029200">
                <a:moveTo>
                  <a:pt x="0" y="0"/>
                </a:moveTo>
                <a:lnTo>
                  <a:pt x="3644900" y="0"/>
                </a:lnTo>
                <a:lnTo>
                  <a:pt x="3644900" y="5029200"/>
                </a:lnTo>
                <a:lnTo>
                  <a:pt x="0" y="50292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9" name="Picture Citation">
            <a:extLst>
              <a:ext uri="{FF2B5EF4-FFF2-40B4-BE49-F238E27FC236}">
                <a16:creationId xmlns:a16="http://schemas.microsoft.com/office/drawing/2014/main" id="{5DDDCA7F-5C0D-4D05-AFA8-052A81B4CD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4336027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5FF3179F-903F-4802-ACAB-83CB211F685B}"/>
              </a:ext>
            </a:extLst>
          </p:cNvPr>
          <p:cNvSpPr txBox="1"/>
          <p:nvPr userDrawn="1"/>
        </p:nvSpPr>
        <p:spPr>
          <a:xfrm>
            <a:off x="7891462" y="4860170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66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WSE logo">
            <a:extLst>
              <a:ext uri="{FF2B5EF4-FFF2-40B4-BE49-F238E27FC236}">
                <a16:creationId xmlns:a16="http://schemas.microsoft.com/office/drawing/2014/main" id="{D62DDA77-9FC9-45C0-9D2C-19564EE2F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0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ag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9D2BC59-BAA9-4F86-A1D2-5D980B71B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90" y="328404"/>
            <a:ext cx="3131127" cy="119268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BCBD4-734B-4675-AF6F-AADF5D7D0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176" y="1521085"/>
            <a:ext cx="778180" cy="10334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ullets">
            <a:extLst>
              <a:ext uri="{FF2B5EF4-FFF2-40B4-BE49-F238E27FC236}">
                <a16:creationId xmlns:a16="http://schemas.microsoft.com/office/drawing/2014/main" id="{193BA231-D4D9-4495-ABB3-778FD8DA042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95290" y="1838548"/>
            <a:ext cx="3131127" cy="2668980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4661" indent="-231770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378" indent="-228594">
              <a:buClr>
                <a:srgbClr val="092C74"/>
              </a:buClr>
              <a:defRPr sz="1600"/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">
            <a:extLst>
              <a:ext uri="{FF2B5EF4-FFF2-40B4-BE49-F238E27FC236}">
                <a16:creationId xmlns:a16="http://schemas.microsoft.com/office/drawing/2014/main" id="{265A9C31-C8EA-436B-A2CE-0C7EF8C1A1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9762" y="0"/>
            <a:ext cx="5074238" cy="5143500"/>
          </a:xfrm>
          <a:custGeom>
            <a:avLst/>
            <a:gdLst>
              <a:gd name="connsiteX0" fmla="*/ 0 w 5965370"/>
              <a:gd name="connsiteY0" fmla="*/ 0 h 6858000"/>
              <a:gd name="connsiteX1" fmla="*/ 5965370 w 5965370"/>
              <a:gd name="connsiteY1" fmla="*/ 0 h 6858000"/>
              <a:gd name="connsiteX2" fmla="*/ 5965370 w 5965370"/>
              <a:gd name="connsiteY2" fmla="*/ 6858000 h 6858000"/>
              <a:gd name="connsiteX3" fmla="*/ 0 w 596537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5370" h="6858000">
                <a:moveTo>
                  <a:pt x="0" y="0"/>
                </a:moveTo>
                <a:lnTo>
                  <a:pt x="5965370" y="0"/>
                </a:lnTo>
                <a:lnTo>
                  <a:pt x="5965370" y="6858000"/>
                </a:lnTo>
                <a:lnTo>
                  <a:pt x="0" y="6858000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16" name="Picture Citation">
            <a:extLst>
              <a:ext uri="{FF2B5EF4-FFF2-40B4-BE49-F238E27FC236}">
                <a16:creationId xmlns:a16="http://schemas.microsoft.com/office/drawing/2014/main" id="{EE8084E3-8476-4A31-8838-95D56C1C99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77460" y="4884010"/>
            <a:ext cx="1426796" cy="200055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1050"/>
            </a:lvl1pPr>
            <a:lvl2pPr>
              <a:buNone/>
              <a:defRPr sz="700"/>
            </a:lvl2pPr>
            <a:lvl3pPr>
              <a:buNone/>
              <a:defRPr sz="700"/>
            </a:lvl3pPr>
            <a:lvl4pPr>
              <a:buNone/>
              <a:defRPr sz="700"/>
            </a:lvl4pPr>
            <a:lvl5pPr>
              <a:buNone/>
              <a:defRPr sz="700"/>
            </a:lvl5pPr>
          </a:lstStyle>
          <a:p>
            <a:pPr lvl="0"/>
            <a:r>
              <a:rPr lang="en-US" dirty="0"/>
              <a:t>(Author, Year)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111069FF-2DBD-453E-A62E-A87DF2CF2FB0}"/>
              </a:ext>
            </a:extLst>
          </p:cNvPr>
          <p:cNvSpPr txBox="1"/>
          <p:nvPr userDrawn="1"/>
        </p:nvSpPr>
        <p:spPr>
          <a:xfrm>
            <a:off x="-400049" y="4895932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    </a:t>
            </a:r>
            <a:fld id="{F2C1E792-EDA4-4DC5-8412-A2C2E5D30ADF}" type="slidenum"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6857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0610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70285FB5-8EF0-4290-82AE-0E7D18F5E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20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50E0-BE9C-4243-B6E1-D36E23EB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5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7891462" y="4860170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00" b="1" baseline="0" dirty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000" b="1" baseline="0">
                <a:solidFill>
                  <a:schemeClr val="tx1"/>
                </a:solidFill>
                <a:latin typeface="+mj-lt"/>
              </a:rPr>
              <a:pPr algn="r" defTabSz="685766">
                <a:defRPr/>
              </a:pPr>
              <a:t>‹#›</a:t>
            </a:fld>
            <a:endParaRPr lang="en-US" sz="1000" b="1" baseline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" name="WSE logo">
            <a:extLst>
              <a:ext uri="{FF2B5EF4-FFF2-40B4-BE49-F238E27FC236}">
                <a16:creationId xmlns:a16="http://schemas.microsoft.com/office/drawing/2014/main" id="{3A47A697-B777-4F7D-815F-EDBEC2B3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522713" y="4805340"/>
            <a:ext cx="1033031" cy="28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17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823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1522A75-C6E1-4A35-AEF4-3058F787B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291" y="-1501834"/>
            <a:ext cx="8085415" cy="876185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Copyright The Johns Hopkins University 2024. All rights reserved.</a:t>
            </a:r>
          </a:p>
        </p:txBody>
      </p:sp>
      <p:pic>
        <p:nvPicPr>
          <p:cNvPr id="2" name="Picture 18" descr="Medical History Moment - The Founding of Johns Hopkins University ...">
            <a:extLst>
              <a:ext uri="{FF2B5EF4-FFF2-40B4-BE49-F238E27FC236}">
                <a16:creationId xmlns:a16="http://schemas.microsoft.com/office/drawing/2014/main" id="{6855C648-89BA-05DB-FBE4-06DECEF5D9D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3" t="7786" r="6323" b="18463"/>
          <a:stretch/>
        </p:blipFill>
        <p:spPr bwMode="auto">
          <a:xfrm>
            <a:off x="1" y="1"/>
            <a:ext cx="9143999" cy="514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13">
            <a:extLst>
              <a:ext uri="{FF2B5EF4-FFF2-40B4-BE49-F238E27FC236}">
                <a16:creationId xmlns:a16="http://schemas.microsoft.com/office/drawing/2014/main" id="{6A59C72E-C9CB-418F-981E-D5C3438A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1" y="-3"/>
            <a:ext cx="9144001" cy="5143499"/>
          </a:xfrm>
          <a:prstGeom prst="rect">
            <a:avLst/>
          </a:prstGeom>
          <a:gradFill flip="none" rotWithShape="1">
            <a:gsLst>
              <a:gs pos="0">
                <a:srgbClr val="69ACE5">
                  <a:alpha val="85000"/>
                </a:srgbClr>
              </a:gs>
              <a:gs pos="75000">
                <a:srgbClr val="3B6FAF">
                  <a:alpha val="8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WSE Logo">
            <a:extLst>
              <a:ext uri="{FF2B5EF4-FFF2-40B4-BE49-F238E27FC236}">
                <a16:creationId xmlns:a16="http://schemas.microsoft.com/office/drawing/2014/main" id="{73EE76B3-19B8-4A4F-9962-98EBF35D9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2" t="22639" r="15939" b="21111"/>
          <a:stretch/>
        </p:blipFill>
        <p:spPr>
          <a:xfrm>
            <a:off x="2584970" y="1417163"/>
            <a:ext cx="3974062" cy="23091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46C736-D135-449F-AC2D-8C9ACCE3507D}"/>
              </a:ext>
            </a:extLst>
          </p:cNvPr>
          <p:cNvSpPr/>
          <p:nvPr userDrawn="1"/>
        </p:nvSpPr>
        <p:spPr>
          <a:xfrm>
            <a:off x="0" y="4727386"/>
            <a:ext cx="9144000" cy="217090"/>
          </a:xfrm>
          <a:prstGeom prst="rect">
            <a:avLst/>
          </a:prstGeom>
        </p:spPr>
        <p:txBody>
          <a:bodyPr wrap="square" lIns="81639" tIns="40820" rIns="81639" bIns="40820">
            <a:spAutoFit/>
          </a:bodyPr>
          <a:lstStyle/>
          <a:p>
            <a:pPr algn="ctr"/>
            <a:r>
              <a:rPr lang="en-US" sz="875" dirty="0">
                <a:solidFill>
                  <a:schemeClr val="bg1"/>
                </a:solidFill>
                <a:latin typeface="Arial"/>
                <a:cs typeface="Arial"/>
              </a:rPr>
              <a:t>© The Johns Hopkins University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16078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BE186-02AC-484E-8503-7A219D47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9701" y="4751816"/>
            <a:ext cx="416947" cy="27384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5B02FEA-BB2C-3B40-9938-8768C0AFEF26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8" name="Picture 7" descr="University logo with vertical line and Homewood Student Affairs" title="University logo">
            <a:extLst>
              <a:ext uri="{FF2B5EF4-FFF2-40B4-BE49-F238E27FC236}">
                <a16:creationId xmlns:a16="http://schemas.microsoft.com/office/drawing/2014/main" id="{5602096E-6CF9-FE45-860C-6F5E33F7A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" t="-125" r="45278" b="125"/>
          <a:stretch/>
        </p:blipFill>
        <p:spPr>
          <a:xfrm>
            <a:off x="6935236" y="-116280"/>
            <a:ext cx="1283987" cy="6380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EC7C4B-7CCE-7EEB-A89C-41D5F263F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960" y="765063"/>
            <a:ext cx="778180" cy="10334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A567FD91-E3E0-1330-485A-3A64648D90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2234" y="-105574"/>
            <a:ext cx="3607289" cy="890244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9394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371" y="87702"/>
            <a:ext cx="8085415" cy="5681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="1">
                <a:solidFill>
                  <a:schemeClr val="tx2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4320" y="654649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33920" y="998514"/>
            <a:ext cx="8085415" cy="3469711"/>
          </a:xfrm>
          <a:prstGeom prst="rect">
            <a:avLst/>
          </a:prstGeom>
        </p:spPr>
        <p:txBody>
          <a:bodyPr>
            <a:noAutofit/>
          </a:bodyPr>
          <a:lstStyle>
            <a:lvl1pPr marL="230183" indent="-230183">
              <a:spcBef>
                <a:spcPts val="75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1486" indent="-228594">
              <a:buClr>
                <a:srgbClr val="092C74"/>
              </a:buClr>
              <a:buFont typeface="Courier New" panose="02070309020205020404" pitchFamily="49" charset="0"/>
              <a:buChar char="o"/>
              <a:defRPr sz="1800">
                <a:latin typeface="Cambria" panose="02040503050406030204" pitchFamily="18" charset="0"/>
              </a:defRPr>
            </a:lvl2pPr>
            <a:lvl3pPr marL="914378" indent="-228594">
              <a:buClr>
                <a:srgbClr val="092C74"/>
              </a:buClr>
              <a:defRPr sz="1800">
                <a:latin typeface="Cambria" panose="02040503050406030204" pitchFamily="18" charset="0"/>
              </a:defRPr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D71BA-133F-16E5-DFAF-7181BBEBE768}"/>
              </a:ext>
            </a:extLst>
          </p:cNvPr>
          <p:cNvSpPr/>
          <p:nvPr userDrawn="1"/>
        </p:nvSpPr>
        <p:spPr>
          <a:xfrm>
            <a:off x="0" y="4916385"/>
            <a:ext cx="3536867" cy="2271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WSE logo">
            <a:extLst>
              <a:ext uri="{FF2B5EF4-FFF2-40B4-BE49-F238E27FC236}">
                <a16:creationId xmlns:a16="http://schemas.microsoft.com/office/drawing/2014/main" id="{A6F66457-4FA9-A06C-69B7-7624AF70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339722" y="4933373"/>
            <a:ext cx="741119" cy="2050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4FCAFC-9D1D-575B-BBB3-8352FC539FBE}"/>
              </a:ext>
            </a:extLst>
          </p:cNvPr>
          <p:cNvSpPr/>
          <p:nvPr userDrawn="1"/>
        </p:nvSpPr>
        <p:spPr>
          <a:xfrm>
            <a:off x="3536868" y="4916385"/>
            <a:ext cx="5607133" cy="2271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Cambria" panose="02040503050406030204" pitchFamily="18" charset="0"/>
            </a:endParaRP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B51E120D-68F2-5603-F6E5-50780DC105FC}"/>
              </a:ext>
            </a:extLst>
          </p:cNvPr>
          <p:cNvSpPr txBox="1"/>
          <p:nvPr userDrawn="1"/>
        </p:nvSpPr>
        <p:spPr>
          <a:xfrm>
            <a:off x="8022094" y="4931425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50" b="1" baseline="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</a:rPr>
              <a:t>                </a:t>
            </a:r>
            <a:fld id="{F2C1E792-EDA4-4DC5-8412-A2C2E5D30ADF}" type="slidenum">
              <a:rPr lang="en-US" sz="1050" b="1" baseline="0" smtClean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</a:rPr>
              <a:pPr algn="r" defTabSz="685766">
                <a:defRPr/>
              </a:pPr>
              <a:t>‹#›</a:t>
            </a:fld>
            <a:endParaRPr lang="en-US" sz="1050" b="1" baseline="0" dirty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AB993-9DF4-5904-CF9D-FF8459025D36}"/>
              </a:ext>
            </a:extLst>
          </p:cNvPr>
          <p:cNvSpPr txBox="1"/>
          <p:nvPr userDrawn="1"/>
        </p:nvSpPr>
        <p:spPr>
          <a:xfrm>
            <a:off x="1135546" y="4881031"/>
            <a:ext cx="156044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i="1" spc="-113" dirty="0">
                <a:solidFill>
                  <a:srgbClr val="684A1E"/>
                </a:solidFill>
                <a:latin typeface="Optima" panose="02000503060000020004" pitchFamily="2" charset="0"/>
                <a:cs typeface="BIG CASLON MEDIUM" panose="02000603090000020003" pitchFamily="2" charset="-79"/>
              </a:rPr>
              <a:t>Centrum </a:t>
            </a:r>
            <a:r>
              <a:rPr lang="en-US" sz="1350" b="1" i="1" spc="-113" dirty="0" err="1">
                <a:solidFill>
                  <a:srgbClr val="684A1E"/>
                </a:solidFill>
                <a:latin typeface="Optima" panose="02000503060000020004" pitchFamily="2" charset="0"/>
                <a:cs typeface="BIG CASLON MEDIUM" panose="02000603090000020003" pitchFamily="2" charset="-79"/>
              </a:rPr>
              <a:t>IntelliPhysics</a:t>
            </a:r>
            <a:endParaRPr lang="en-US" sz="1350" b="1" i="1" spc="-113" dirty="0">
              <a:solidFill>
                <a:srgbClr val="684A1E"/>
              </a:solidFill>
              <a:latin typeface="Optima" panose="02000503060000020004" pitchFamily="2" charset="0"/>
              <a:cs typeface="BIG CASLON MEDIUM" panose="020006030900000200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4480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F790195-5B24-69ED-230B-914BE318DBC6}"/>
              </a:ext>
            </a:extLst>
          </p:cNvPr>
          <p:cNvSpPr/>
          <p:nvPr userDrawn="1"/>
        </p:nvSpPr>
        <p:spPr>
          <a:xfrm>
            <a:off x="0" y="4916385"/>
            <a:ext cx="3536867" cy="2271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70285FB5-8EF0-4290-82AE-0E7D18F5E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176348"/>
            <a:ext cx="8085415" cy="488761"/>
          </a:xfrm>
          <a:prstGeom prst="rect">
            <a:avLst/>
          </a:prstGeom>
        </p:spPr>
        <p:txBody>
          <a:bodyPr anchor="b"/>
          <a:lstStyle>
            <a:lvl1pPr>
              <a:defRPr sz="2400" b="1">
                <a:solidFill>
                  <a:schemeClr val="tx2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50E0-BE9C-4243-B6E1-D36E23EBA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665110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WSE logo">
            <a:extLst>
              <a:ext uri="{FF2B5EF4-FFF2-40B4-BE49-F238E27FC236}">
                <a16:creationId xmlns:a16="http://schemas.microsoft.com/office/drawing/2014/main" id="{3A47A697-B777-4F7D-815F-EDBEC2B3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339722" y="4933373"/>
            <a:ext cx="741119" cy="2050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5D6AE66-A7BF-EE44-5FC4-4C542BDC000A}"/>
              </a:ext>
            </a:extLst>
          </p:cNvPr>
          <p:cNvSpPr/>
          <p:nvPr userDrawn="1"/>
        </p:nvSpPr>
        <p:spPr>
          <a:xfrm>
            <a:off x="3536868" y="4916385"/>
            <a:ext cx="5607133" cy="2271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Cambria" panose="02040503050406030204" pitchFamily="18" charset="0"/>
            </a:endParaRP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ABCBC5F6-9F4C-4E0C-1E5B-1D4F849CDF8E}"/>
              </a:ext>
            </a:extLst>
          </p:cNvPr>
          <p:cNvSpPr txBox="1"/>
          <p:nvPr userDrawn="1"/>
        </p:nvSpPr>
        <p:spPr>
          <a:xfrm>
            <a:off x="8022094" y="4931425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50" b="1" baseline="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</a:rPr>
              <a:t>                </a:t>
            </a:r>
            <a:fld id="{F2C1E792-EDA4-4DC5-8412-A2C2E5D30ADF}" type="slidenum">
              <a:rPr lang="en-US" sz="1050" b="1" baseline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</a:rPr>
              <a:pPr algn="r" defTabSz="685766">
                <a:defRPr/>
              </a:pPr>
              <a:t>‹#›</a:t>
            </a:fld>
            <a:endParaRPr lang="en-US" sz="1050" b="1" baseline="0" dirty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20" name="Lecture Title">
            <a:extLst>
              <a:ext uri="{FF2B5EF4-FFF2-40B4-BE49-F238E27FC236}">
                <a16:creationId xmlns:a16="http://schemas.microsoft.com/office/drawing/2014/main" id="{51614822-21D1-B79D-C5A3-1E6A272782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2577" y="4912751"/>
            <a:ext cx="2440791" cy="2198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50" baseline="0">
                <a:solidFill>
                  <a:schemeClr val="tx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Insert date (e.g., March 5th 2025)</a:t>
            </a:r>
          </a:p>
        </p:txBody>
      </p:sp>
      <p:sp>
        <p:nvSpPr>
          <p:cNvPr id="21" name="Lecture Title">
            <a:extLst>
              <a:ext uri="{FF2B5EF4-FFF2-40B4-BE49-F238E27FC236}">
                <a16:creationId xmlns:a16="http://schemas.microsoft.com/office/drawing/2014/main" id="{E6524F05-645C-110E-0957-DC67A4D356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9773" y="4920040"/>
            <a:ext cx="2440791" cy="2198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50" baseline="0">
                <a:solidFill>
                  <a:schemeClr val="tx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Insert event (e.g., SIAM CSE 2025)</a:t>
            </a:r>
          </a:p>
        </p:txBody>
      </p:sp>
      <p:sp>
        <p:nvSpPr>
          <p:cNvPr id="24" name="Lecture Title">
            <a:extLst>
              <a:ext uri="{FF2B5EF4-FFF2-40B4-BE49-F238E27FC236}">
                <a16:creationId xmlns:a16="http://schemas.microsoft.com/office/drawing/2014/main" id="{28BF8EA3-4B5F-ED44-6C4A-0BD15F3B23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0491" y="4918658"/>
            <a:ext cx="916997" cy="2198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50" baseline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Insert name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6EDFA2-7F31-72EC-8421-28E18A42F8AD}"/>
              </a:ext>
            </a:extLst>
          </p:cNvPr>
          <p:cNvSpPr txBox="1"/>
          <p:nvPr userDrawn="1"/>
        </p:nvSpPr>
        <p:spPr>
          <a:xfrm>
            <a:off x="7583557" y="4628231"/>
            <a:ext cx="156044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i="1" spc="-113" dirty="0">
                <a:solidFill>
                  <a:srgbClr val="684A1E"/>
                </a:solidFill>
                <a:latin typeface="Optima" panose="02000503060000020004" pitchFamily="2" charset="0"/>
                <a:cs typeface="BIG CASLON MEDIUM" panose="02000603090000020003" pitchFamily="2" charset="-79"/>
              </a:rPr>
              <a:t>Centrum </a:t>
            </a:r>
            <a:r>
              <a:rPr lang="en-US" sz="1350" b="1" i="1" spc="-113" dirty="0" err="1">
                <a:solidFill>
                  <a:srgbClr val="684A1E"/>
                </a:solidFill>
                <a:latin typeface="Optima" panose="02000503060000020004" pitchFamily="2" charset="0"/>
                <a:cs typeface="BIG CASLON MEDIUM" panose="02000603090000020003" pitchFamily="2" charset="-79"/>
              </a:rPr>
              <a:t>IntelliPhysics</a:t>
            </a:r>
            <a:endParaRPr lang="en-US" sz="1350" b="1" i="1" spc="-113" dirty="0">
              <a:solidFill>
                <a:srgbClr val="684A1E"/>
              </a:solidFill>
              <a:latin typeface="Optima" panose="02000503060000020004" pitchFamily="2" charset="0"/>
              <a:cs typeface="BIG CASLON MEDIUM" panose="020006030900000200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69478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FE79-1E01-5C55-905A-65AA5535D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68032-00F4-05A7-D3E5-F3CFAE580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700FD-1947-73F5-299B-FAC9EC7F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46031-4B57-8AEC-ABC1-86F969B1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FDE66-1908-6DDD-26DD-A0E7081A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17D6-4AFC-194D-836F-2B3C28514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245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54BE-02EB-B9C9-1F9B-0FADFFE6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7F31-8E3D-297A-AEF7-4490DF3DB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62A54-FF2D-E4CD-0B98-0B3DA6E07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0A5B-830F-50F8-7936-E93E7855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EAB78-6B12-2DE3-430C-7C95108F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17D6-4AFC-194D-836F-2B3C28514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92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920" y="107120"/>
            <a:ext cx="8085415" cy="857542"/>
          </a:xfrm>
          <a:prstGeom prst="rect">
            <a:avLst/>
          </a:prstGeom>
        </p:spPr>
        <p:txBody>
          <a:bodyPr anchor="b"/>
          <a:lstStyle>
            <a:lvl1pPr>
              <a:defRPr sz="3000" b="1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r>
              <a:rPr lang="en-US" noProof="0"/>
              <a:t>add title</a:t>
            </a:r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080" y="965625"/>
            <a:ext cx="778180" cy="103340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33920" y="1390651"/>
            <a:ext cx="8085415" cy="3077573"/>
          </a:xfrm>
          <a:prstGeom prst="rect">
            <a:avLst/>
          </a:prstGeom>
        </p:spPr>
        <p:txBody>
          <a:bodyPr>
            <a:noAutofit/>
          </a:bodyPr>
          <a:lstStyle>
            <a:lvl1pPr marL="230183" indent="-230183">
              <a:spcBef>
                <a:spcPts val="75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71486" indent="-228594">
              <a:buClr>
                <a:srgbClr val="092C74"/>
              </a:buClr>
              <a:buFont typeface="Courier New" panose="02070309020205020404" pitchFamily="49" charset="0"/>
              <a:buChar char="o"/>
              <a:defRPr sz="1600"/>
            </a:lvl2pPr>
            <a:lvl3pPr marL="914378" indent="-228594">
              <a:buClr>
                <a:srgbClr val="092C74"/>
              </a:buClr>
              <a:defRPr sz="1600"/>
            </a:lvl3pPr>
          </a:lstStyle>
          <a:p>
            <a:pPr lvl="0"/>
            <a:r>
              <a:rPr lang="en-US" noProof="0" dirty="0"/>
              <a:t>Click to add bullets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2D71BA-133F-16E5-DFAF-7181BBEBE768}"/>
              </a:ext>
            </a:extLst>
          </p:cNvPr>
          <p:cNvSpPr/>
          <p:nvPr userDrawn="1"/>
        </p:nvSpPr>
        <p:spPr>
          <a:xfrm>
            <a:off x="0" y="4916385"/>
            <a:ext cx="3536867" cy="2271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WSE logo">
            <a:extLst>
              <a:ext uri="{FF2B5EF4-FFF2-40B4-BE49-F238E27FC236}">
                <a16:creationId xmlns:a16="http://schemas.microsoft.com/office/drawing/2014/main" id="{A6F66457-4FA9-A06C-69B7-7624AF70C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339722" y="4933373"/>
            <a:ext cx="741119" cy="2050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4FCAFC-9D1D-575B-BBB3-8352FC539FBE}"/>
              </a:ext>
            </a:extLst>
          </p:cNvPr>
          <p:cNvSpPr/>
          <p:nvPr userDrawn="1"/>
        </p:nvSpPr>
        <p:spPr>
          <a:xfrm>
            <a:off x="3536868" y="4916385"/>
            <a:ext cx="5607133" cy="2271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Cambria" panose="02040503050406030204" pitchFamily="18" charset="0"/>
            </a:endParaRP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B51E120D-68F2-5603-F6E5-50780DC105FC}"/>
              </a:ext>
            </a:extLst>
          </p:cNvPr>
          <p:cNvSpPr txBox="1"/>
          <p:nvPr userDrawn="1"/>
        </p:nvSpPr>
        <p:spPr>
          <a:xfrm>
            <a:off x="8022094" y="4931425"/>
            <a:ext cx="795338" cy="176213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685766">
              <a:defRPr/>
            </a:pPr>
            <a:r>
              <a:rPr lang="en-US" sz="1050" b="1" baseline="0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</a:rPr>
              <a:t>                </a:t>
            </a:r>
            <a:fld id="{F2C1E792-EDA4-4DC5-8412-A2C2E5D30ADF}" type="slidenum">
              <a:rPr lang="en-US" sz="1050" b="1" baseline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</a:rPr>
              <a:pPr algn="r" defTabSz="685766">
                <a:defRPr/>
              </a:pPr>
              <a:t>‹#›</a:t>
            </a:fld>
            <a:endParaRPr lang="en-US" sz="1050" b="1" baseline="0" dirty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9" name="Lecture Title">
            <a:extLst>
              <a:ext uri="{FF2B5EF4-FFF2-40B4-BE49-F238E27FC236}">
                <a16:creationId xmlns:a16="http://schemas.microsoft.com/office/drawing/2014/main" id="{7515D694-BC94-5FE3-AEB7-88542F8F88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2577" y="4912751"/>
            <a:ext cx="2440791" cy="2198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50" baseline="0">
                <a:solidFill>
                  <a:schemeClr val="tx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Insert date (e.g., March 5th 2025)</a:t>
            </a:r>
          </a:p>
        </p:txBody>
      </p:sp>
      <p:sp>
        <p:nvSpPr>
          <p:cNvPr id="12" name="Lecture Title">
            <a:extLst>
              <a:ext uri="{FF2B5EF4-FFF2-40B4-BE49-F238E27FC236}">
                <a16:creationId xmlns:a16="http://schemas.microsoft.com/office/drawing/2014/main" id="{285F5A2B-1AE8-E85E-1101-626337D02D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9773" y="4920040"/>
            <a:ext cx="2440791" cy="2198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50" baseline="0">
                <a:solidFill>
                  <a:schemeClr val="tx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Insert event (e.g., SIAM CSE 2025)</a:t>
            </a:r>
          </a:p>
        </p:txBody>
      </p:sp>
      <p:sp>
        <p:nvSpPr>
          <p:cNvPr id="13" name="Lecture Title">
            <a:extLst>
              <a:ext uri="{FF2B5EF4-FFF2-40B4-BE49-F238E27FC236}">
                <a16:creationId xmlns:a16="http://schemas.microsoft.com/office/drawing/2014/main" id="{D08BCF98-2C7E-DC0A-B9C9-8AB86B2A1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20491" y="4918658"/>
            <a:ext cx="916997" cy="2198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50" baseline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Insert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AB993-9DF4-5904-CF9D-FF8459025D36}"/>
              </a:ext>
            </a:extLst>
          </p:cNvPr>
          <p:cNvSpPr txBox="1"/>
          <p:nvPr userDrawn="1"/>
        </p:nvSpPr>
        <p:spPr>
          <a:xfrm>
            <a:off x="7583557" y="4628231"/>
            <a:ext cx="156044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i="1" spc="-113" dirty="0">
                <a:solidFill>
                  <a:srgbClr val="684A1E"/>
                </a:solidFill>
                <a:latin typeface="Optima" panose="02000503060000020004" pitchFamily="2" charset="0"/>
                <a:cs typeface="BIG CASLON MEDIUM" panose="02000603090000020003" pitchFamily="2" charset="-79"/>
              </a:rPr>
              <a:t>Centrum </a:t>
            </a:r>
            <a:r>
              <a:rPr lang="en-US" sz="1350" b="1" i="1" spc="-113" dirty="0" err="1">
                <a:solidFill>
                  <a:srgbClr val="684A1E"/>
                </a:solidFill>
                <a:latin typeface="Optima" panose="02000503060000020004" pitchFamily="2" charset="0"/>
                <a:cs typeface="BIG CASLON MEDIUM" panose="02000603090000020003" pitchFamily="2" charset="-79"/>
              </a:rPr>
              <a:t>IntelliPhysics</a:t>
            </a:r>
            <a:endParaRPr lang="en-US" sz="1350" b="1" i="1" spc="-113" dirty="0">
              <a:solidFill>
                <a:srgbClr val="684A1E"/>
              </a:solidFill>
              <a:latin typeface="Optima" panose="02000503060000020004" pitchFamily="2" charset="0"/>
              <a:cs typeface="BIG CASLON MEDIUM" panose="020006030900000200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0220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08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3">
            <a:extLst>
              <a:ext uri="{FF2B5EF4-FFF2-40B4-BE49-F238E27FC236}">
                <a16:creationId xmlns:a16="http://schemas.microsoft.com/office/drawing/2014/main" id="{310DD2E9-FF6A-4226-EFCC-928813356E17}"/>
              </a:ext>
            </a:extLst>
          </p:cNvPr>
          <p:cNvSpPr/>
          <p:nvPr/>
        </p:nvSpPr>
        <p:spPr>
          <a:xfrm>
            <a:off x="0" y="4790753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EN.560.617 </a:t>
            </a:r>
            <a:r>
              <a:rPr lang="en-US" dirty="0">
                <a:solidFill>
                  <a:schemeClr val="bg1"/>
                </a:solidFill>
              </a:rPr>
              <a:t>-</a:t>
            </a:r>
            <a:r>
              <a:rPr dirty="0">
                <a:solidFill>
                  <a:schemeClr val="bg1"/>
                </a:solidFill>
              </a:rPr>
              <a:t> Deep Learning for Physical Systems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DD59BD0B-7D84-3148-DFD5-AD74FA45E4AD}"/>
              </a:ext>
            </a:extLst>
          </p:cNvPr>
          <p:cNvSpPr/>
          <p:nvPr/>
        </p:nvSpPr>
        <p:spPr>
          <a:xfrm>
            <a:off x="457200" y="3464873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48D569EF-A42A-DEFE-D575-94569A8C4DF4}"/>
              </a:ext>
            </a:extLst>
          </p:cNvPr>
          <p:cNvSpPr/>
          <p:nvPr/>
        </p:nvSpPr>
        <p:spPr>
          <a:xfrm>
            <a:off x="457200" y="3135689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Group Members: </a:t>
            </a: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[Name 1]  •  [Name 2]  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763D9DB6-29C9-22BC-F90C-6AB9317C92E1}"/>
              </a:ext>
            </a:extLst>
          </p:cNvPr>
          <p:cNvSpPr/>
          <p:nvPr/>
        </p:nvSpPr>
        <p:spPr>
          <a:xfrm>
            <a:off x="457200" y="1343465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  <a:latin typeface="Cambria" panose="02040503050406030204" pitchFamily="18" charset="0"/>
                <a:ea typeface="Georgia" pitchFamily="34" charset="-122"/>
                <a:cs typeface="Georgia" pitchFamily="34" charset="-120"/>
              </a:rPr>
              <a:t>Reproducing Paper [Name]</a:t>
            </a:r>
            <a:endParaRPr lang="en-US" sz="4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531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28016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2" y="1106424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106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52728" y="1051560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/>
              <a:t>1. Paper &amp; Problem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128016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10912" y="1106424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912" y="1106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87568" y="1051560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/>
              <a:t>2. Scientific / DL Background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0756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075688"/>
            <a:ext cx="128016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" y="2313432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52728" y="225856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/>
              <a:t>3. Method &amp; Key Ideas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756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075688"/>
            <a:ext cx="128016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10912" y="2313432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7568" y="225856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/>
              <a:t>4. Results &amp; Reproduction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328269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282696"/>
            <a:ext cx="128016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6072" y="3520440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52728" y="3465576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/>
              <a:t>5. Critical Evaluation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28269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282696"/>
            <a:ext cx="128016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10912" y="3520440"/>
            <a:ext cx="502920" cy="502920"/>
          </a:xfrm>
          <a:prstGeom prst="ellipse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1091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87568" y="3465576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/>
              <a:t>6. </a:t>
            </a:r>
            <a:r>
              <a:rPr lang="en-US" dirty="0"/>
              <a:t>Planned </a:t>
            </a:r>
            <a:r>
              <a:rPr dirty="0"/>
              <a:t>Extensions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Author, A. A., &amp; Author, B. B. (Year). Title of work. Source. DOI/URL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Author(s). (Year). Title of source. Journal/Publisher. URL or DOI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8503920" cy="9144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Author(s). (Year). Title of source. Journal/Publisher. URL or DOI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8503920" cy="9144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Author(s). (Year). Title of source. Journal/Publisher. URL or DOI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52928"/>
            <a:ext cx="8503920" cy="9144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962656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Author(s). (Year). Title of source. Journal/Publisher. URL or DOI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419856"/>
            <a:ext cx="8503920" cy="9144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52958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Author(s). (Year). Title of source. Journal/Publisher. URL or DOI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86784"/>
            <a:ext cx="8503920" cy="9144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3708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Minimum 3 peer-reviewed or credible academic sources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ck on a tower&#10;&#10;AI-generated content may be incorrect.">
            <a:extLst>
              <a:ext uri="{FF2B5EF4-FFF2-40B4-BE49-F238E27FC236}">
                <a16:creationId xmlns:a16="http://schemas.microsoft.com/office/drawing/2014/main" id="{CD450247-ED96-6D91-95F2-9C7F11287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1" y="11431"/>
            <a:ext cx="8046719" cy="51435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50292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Thank You!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[for all group members]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A588E6-069F-E111-30FF-FB36EDBDAD86}"/>
              </a:ext>
            </a:extLst>
          </p:cNvPr>
          <p:cNvSpPr/>
          <p:nvPr/>
        </p:nvSpPr>
        <p:spPr>
          <a:xfrm>
            <a:off x="1" y="0"/>
            <a:ext cx="1097280" cy="5143500"/>
          </a:xfrm>
          <a:prstGeom prst="rect">
            <a:avLst/>
          </a:prstGeom>
          <a:solidFill>
            <a:srgbClr val="2848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P Presentation Theme - Simple">
  <a:themeElements>
    <a:clrScheme name="EP Colors">
      <a:dk1>
        <a:srgbClr val="000000"/>
      </a:dk1>
      <a:lt1>
        <a:sysClr val="window" lastClr="FFFFFF"/>
      </a:lt1>
      <a:dk2>
        <a:srgbClr val="002D72"/>
      </a:dk2>
      <a:lt2>
        <a:srgbClr val="68ACE5"/>
      </a:lt2>
      <a:accent1>
        <a:srgbClr val="0072CE"/>
      </a:accent1>
      <a:accent2>
        <a:srgbClr val="009B77"/>
      </a:accent2>
      <a:accent3>
        <a:srgbClr val="418FDE"/>
      </a:accent3>
      <a:accent4>
        <a:srgbClr val="CF4520"/>
      </a:accent4>
      <a:accent5>
        <a:srgbClr val="A15A95"/>
      </a:accent5>
      <a:accent6>
        <a:srgbClr val="F1C400"/>
      </a:accent6>
      <a:hlink>
        <a:srgbClr val="0072CE"/>
      </a:hlink>
      <a:folHlink>
        <a:srgbClr val="727272"/>
      </a:folHlink>
    </a:clrScheme>
    <a:fontScheme name="EP 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 PowerPoint Template" id="{1E469E75-DA06-4CBB-9411-E7C4703B5D38}" vid="{1DA3CB7E-C32A-49A7-98EB-D75F6203854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229</Words>
  <Application>Microsoft Macintosh PowerPoint</Application>
  <PresentationFormat>On-screen Show (16:9)</PresentationFormat>
  <Paragraphs>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Aptos</vt:lpstr>
      <vt:lpstr>Arial</vt:lpstr>
      <vt:lpstr>Calibri</vt:lpstr>
      <vt:lpstr>Cambria</vt:lpstr>
      <vt:lpstr>Courier New</vt:lpstr>
      <vt:lpstr>Georgia</vt:lpstr>
      <vt:lpstr>Optima</vt:lpstr>
      <vt:lpstr>Tahoma</vt:lpstr>
      <vt:lpstr>Times New Roman</vt:lpstr>
      <vt:lpstr>Wingdings</vt:lpstr>
      <vt:lpstr>Office Theme</vt:lpstr>
      <vt:lpstr>EP Presentation Theme - Simple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Final Presentation Template</dc:title>
  <dc:subject>PptxGenJS Presentation</dc:subject>
  <dc:creator>PptxGenJS</dc:creator>
  <cp:lastModifiedBy>Somdatta Goswami</cp:lastModifiedBy>
  <cp:revision>4</cp:revision>
  <dcterms:created xsi:type="dcterms:W3CDTF">2026-04-26T14:33:34Z</dcterms:created>
  <dcterms:modified xsi:type="dcterms:W3CDTF">2026-08-23T18:49:36Z</dcterms:modified>
</cp:coreProperties>
</file>